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3:20:00.9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2910 184 24575,'-40'-1'0,"-65"-13"0,61 7 0,-44-1 0,19 9 0,45 0 0,1-1 0,-1 0 0,1-2 0,-1-1 0,-22-5 0,9-1 0,1 3 0,-62-4 0,8 2 0,-74-6 0,82 8 0,-19-6 0,-31-3 0,39 14 0,44 2 0,0-3 0,-56-8 0,39 0 0,0 4 0,-95 2 0,139 3 0,0-2 0,-39-7 0,35 4 0,-39-2 0,-339 5 0,209 5 0,179-2 0,1 1 0,-1 0 0,1 1 0,-1 0 0,-26 9 0,36-9 0,0 1 0,0-1 0,0 1 0,0 1 0,1-1 0,-1 1 0,1 0 0,0 0 0,0 0 0,0 1 0,1-1 0,0 1 0,0 0 0,0 1 0,0-1 0,-4 9 0,-3 8 0,1 0 0,1 1 0,0 0 0,2 1 0,1-1 0,1 1 0,1 1 0,-2 31 0,7-26 0,1 1 0,2-1 0,1 0 0,10 33 0,-13-56 0,0-1 0,1 0 0,0 0 0,0-1 0,0 1 0,1-1 0,-1 1 0,1-1 0,9 8 0,5 4 0,25 19 0,-11-10 0,2 5 0,-27-23 0,1 0 0,1 0 0,0-1 0,0 0 0,0 0 0,0-1 0,1 0 0,12 4 0,301 123 0,-265-98 0,-49-29 0,0 0 0,0 0 0,1 0 0,-1-1 0,1-1 0,1 0 0,-1 0 0,17 3 0,101 21 0,-90-18 0,1-1 0,0-2 0,52 2 0,558-9 0,-291-2 0,593 2 0,-936 0 0,-1-1 0,0-1 0,0 0 0,0-1 0,0 0 0,24-11 0,0-3 0,36-22 0,-34 16 0,-5 2 0,39-31 0,-34 23 0,-32 24 0,-1-1 0,0 1 0,0-1 0,-1 0 0,1-1 0,-1 0 0,-1 0 0,1 0 0,-1-1 0,-1 1 0,1-1 0,-1 0 0,-1-1 0,1 1 0,-1-1 0,-1 1 0,0-1 0,0 0 0,0 0 0,-1-14 0,2-8 0,-2 1 0,-5-62 0,3 83 0,-1 0 0,1 1 0,-2-1 0,1 0 0,-1 1 0,0 0 0,-1-1 0,0 1 0,0 1 0,-1-1 0,0 1 0,0-1 0,-1 1 0,-12-11 0,-68-57 0,76 65 0,-1 1 0,0 0 0,0 1 0,-1 1 0,0 0 0,0 0 0,-1 1 0,0 1 0,0 0 0,0 0 0,-1 2 0,0 0 0,1 0 0,-1 1 0,-16 0 0,7 0 38,-41-10-1,20 3-1477,22 6-5386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4:30:51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707 1 24575,'-67'-1'0,"-78"3"0,137-1 0,-1 1 0,1 0 0,0 0 0,-1 1 0,1 0 0,0 0 0,0 1 0,1 0 0,-1 1 0,1-1 0,0 1 0,-11 10 0,13-11 0,-7 5 0,-1-2 0,0 1 0,-15 5 0,-6 3 0,16-8 0,0 0 0,-1-1 0,-24 5 0,-6 2 0,42-11 0,-1-1 0,1 1 0,0 1 0,0-1 0,0 1 0,1 0 0,-1 1 0,1 0 0,0 0 0,0 0 0,1 0 0,-1 1 0,1 0 0,0 0 0,1 1 0,0 0 0,0-1 0,0 1 0,1 0 0,0 1 0,0-1 0,1 1 0,0-1 0,0 1 0,1 0 0,-1-1 0,1 16 0,2 167 0,1-71 0,-1-102 0,0 0 0,1 0 0,1 1 0,1-1 0,0-1 0,1 1 0,1-1 0,0 0 0,17 28 0,7 19 0,-18-38 0,20 34 0,-22-45 0,-2 1 0,0-1 0,-1 2 0,0-1 0,7 29 0,-11-35 0,0 0 0,1 0 0,0-1 0,0 1 0,1-1 0,0-1 0,0 1 0,1 0 0,0-1 0,8 7 0,10 8 0,43 30 0,-38-31 0,20 12 0,69 35 0,-51-31 0,-55-31 0,0 0 0,1-1 0,0 0 0,0-1 0,1-1 0,-1 0 0,27 2 0,102-5 0,-70-2 0,397 1 0,-439 1 0,-1-2 0,0-2 0,0 0 0,0-2 0,0-1 0,-1-1 0,46-20 0,-19 6 0,-38 16 0,-1 0 0,1-2 0,-1 0 0,0 0 0,0-2 0,-1 1 0,19-18 0,-12 6 0,-1-2 0,0 0 0,24-38 0,-37 48 0,0 0 0,-1 0 0,-1 0 0,0-1 0,-1 0 0,-1-1 0,0 1 0,-1-1 0,2-17 0,-5-195 0,-3 105 0,3 96 0,-1-1 0,-2 1 0,-8-34 0,8 46 0,-1-1 0,-1 2 0,0-1 0,-1 0 0,-1 1 0,0 0 0,-13-18 0,9 15 0,1-1 0,-10-21 0,13 25 0,0-1 0,-1 1 0,0 0 0,-16-18 0,16 23 0,-1 2 0,0-1 0,0 1 0,-1 1 0,1 0 0,-1 0 0,-1 1 0,-13-4 0,-33-16 0,11-5 0,29 18 0,-28-13 0,-84-30 0,107 47 0,0 1 0,0 1 0,0 1 0,-29-1 0,-205 4 0,108 4 0,-157-3-1365,279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09T03:19:48.6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2058 0 24575,'-1622'0'0,"1597"2"0,-1 0 0,-39 10 0,35-6 0,-39 3 0,50-8 0,13-2 0,-1 1 0,0 1 0,1-1 0,-1 1 0,0 0 0,1 0 0,-1 1 0,1 0 0,0 0 0,-1 1 0,1 0 0,0 0 0,0 0 0,-9 7 0,7-3 0,-4 3 0,0 0 0,-16 19 0,24-24 0,1 0 0,0 0 0,-1 0 0,2 0 0,-1 0 0,1 1 0,0 0 0,0-1 0,0 1 0,-1 8 0,0 24 0,0 0 0,3 1 0,6 60 0,-4-84 0,1 0 0,0 0 0,1 0 0,1 0 0,0-1 0,1 0 0,0 0 0,1 0 0,1-1 0,0 0 0,0 0 0,2-1 0,0 0 0,0-1 0,21 18 0,11 17 0,-35-37 0,0 0 0,1-1 0,-1 0 0,2 0 0,-1-1 0,1 0 0,0 0 0,17 8 0,14 2 0,-25-11 0,0 0 0,0 1 0,15 10 0,43 30 0,1-3 0,88 36 0,64 11 0,-202-83 0,0-2 0,0 0 0,0-1 0,34 1 0,-23-2 0,42 10 0,-8 1 0,1-3 0,116 5 0,145-18 0,-138-1 0,-117 3 0,90-3 0,-152 1 0,0-1 0,0-1 0,0 0 0,-1 0 0,1-2 0,-1 0 0,0 0 0,0-1 0,-1 0 0,0-2 0,0 1 0,0-1 0,12-12 0,-12 10 0,0 0 0,15-9 0,-14 11 0,-1 0 0,14-14 0,-22 18 0,-1 0 0,1 0 0,-1 0 0,0-1 0,0 1 0,0-1 0,0 0 0,-1 0 0,0 0 0,2-5 0,0-7 0,-1 0 0,2-23 0,4-26 0,-2 34 0,-2 0 0,3-57 0,-10-68 0,0 55 0,2 76 0,0 0 0,-9-49 0,7 66 0,-1-1 0,0 0 0,0 1 0,-1 0 0,0 0 0,-1 0 0,0 1 0,0-1 0,-1 1 0,-12-13 0,11 14 0,0 0 0,0 0 0,0 1 0,-1 0 0,0 0 0,0 1 0,0 0 0,-1 1 0,-13-6 0,-33-11 0,37 12 0,-1 2 0,0 0 0,0 1 0,-1 1 0,1 1 0,-22-1 0,-80 4-1365,94 2-5461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1EE2A2-8561-FD20-50C1-1DDD884B71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141D713-CD69-0F5C-20A6-5D6B31716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A2F2AD-D48B-582F-DAA7-DCD31D4D8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DA5D297-3740-0097-065F-27BCC123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EE3D6B-5619-E899-2F90-EEECD16FB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934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6B93B6-1291-9E8C-7235-E6A14C4B4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B8C193-C181-B9B1-2637-B25FAE30D4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8CF9C0-7F15-F5DF-94FE-FD15DD1F1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4FE082-A56D-D735-DD71-138693524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15B36F-35B7-4129-5E59-D15D7BCDD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556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B8F3E5-0643-7B32-6048-20025722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F5C17AC-003E-FB37-AAFF-721C70A59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2C0595F-79FF-D1CE-BBFA-3E61CDB7D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C934577-E70F-80EB-4C30-0635B97B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7002D9-29C9-CD7A-4D5B-56A62425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62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E9103-2CDE-EFBB-1FEF-641F5F9D8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21E1790-62BF-0A81-A372-0F960B2F64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338CD5-67D7-8425-ED7E-97652C003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1E0BB5-E647-11B2-A67D-709D4A613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B6AFE5-C29C-8D69-3E83-D1FD545D1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4DB3ED-40C4-F2D8-2C3D-BCE14F97F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5601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B14E83-F631-3521-FD7C-453D89E29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1E2B17A-0B2D-5E36-DBBD-F2703BF01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D38AA5-3258-3E77-6125-F651714B7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CCF79C3-DC99-C2D7-D707-8DC13079B1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06B6064-92F7-B68D-D56D-E43005277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C509003C-F8CB-CCBF-7EBE-D74E77C4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253D2A8-8C9E-A420-0AC5-783FBC925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DDC1E53-4A33-67E9-EAA9-F9DB9127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985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8FACB9-3D16-B473-AF66-52432A2C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BEE822-72F3-A6FD-0550-8139BDFB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B03DF19-806D-A1A5-416B-5DDC9FFCA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5D6E8D-9FDB-46B0-92E6-94588C2A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6101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158442-985E-3DE8-99A2-2D8C75FB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4C1F1EB-5C49-E265-6718-7F2867387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BC9A1B8-970F-CEF5-E840-AC634BEEE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78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4EAE95-0C24-A3C3-A9F0-F66CD03D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D7E0B9-CE0A-8A8A-27D9-4DA5E7485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95E91F-9AB4-8232-BACE-4F9D25E2DA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3535FE5-DDCE-5AFE-B3B0-9228C1226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4E939F4-539A-508F-B2C4-C6700C13C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FFB2C19-3F79-7650-6879-9BAB021AA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1581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19010F-F7F2-7251-0770-801E867F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FB1AFF1-6A0D-B114-99E0-2DA550A47C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C667D69-0722-CD40-FC08-F6F634568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5EEED1D-6B82-D8F7-70A4-7BA26910C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7F304E2-43E3-2734-2EAC-65913AB2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4ACDB0-4257-88D1-6A9F-E72DE628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330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51FF97-2C7E-A945-9F25-3A660090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C523A41-8654-FF59-E632-7C59373F3E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773250-27B9-BB75-1BD7-3C20DB57A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9192C5-1E92-7399-AA64-87D5F0C3C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E1F7E73-7103-E4E3-0A90-24378736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781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A505291-5983-BDA5-1934-049EFAD9A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8213455-C38E-CCE6-7217-700EFA393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91F8C1-A558-80D2-70AC-AD9BDBAF5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8906A0-C1A5-DE36-47F4-0A0817F2F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D7F233B-9102-2E8F-DAD3-0B27B4552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745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399B943-B786-4B05-EEB3-E8957EB3B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B752C4D-2899-CB14-E3FB-844F350A29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C1EC46-7F40-B82A-F7E8-410386BD5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3391A8-7533-4DB4-AAEF-AD0BE3016822}" type="datetimeFigureOut">
              <a:rPr kumimoji="1" lang="ja-JP" altLang="en-US" smtClean="0"/>
              <a:t>2026/7/9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651A8D-6BE3-95E9-45BD-B18EF5F30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9E9ADB-F6FA-30BB-A6A9-97C9C8677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7B5EE-CE4B-404E-9A2C-F50121F2480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8646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058AD9-D65F-BD30-0836-3D9EE8070E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39CD7A6-1647-E7FA-C896-F089175CB5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36FCD36-0CD8-24DE-78B1-0279A0B4F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" y="647557"/>
            <a:ext cx="12179926" cy="556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33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51E697-2BBC-95B0-4CC3-B103AEF45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F103A69F-EBDF-26E5-2E5B-91888CCCA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49967"/>
            <a:ext cx="3712455" cy="5326289"/>
          </a:xfr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C3209B4F-A5BB-D120-F8A3-66B23936C128}"/>
              </a:ext>
            </a:extLst>
          </p:cNvPr>
          <p:cNvSpPr/>
          <p:nvPr/>
        </p:nvSpPr>
        <p:spPr>
          <a:xfrm>
            <a:off x="5529943" y="31065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7E5D97A-4EBB-CE0E-A827-D3ACEAC405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434" y="1050022"/>
            <a:ext cx="3683189" cy="459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83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B1F8086-F3FA-CD18-6936-575C2AF9D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0551" y="122754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Leader Tasks</a:t>
            </a:r>
            <a:endParaRPr kumimoji="1" lang="ja-JP" altLang="en-US" dirty="0"/>
          </a:p>
        </p:txBody>
      </p:sp>
      <p:pic>
        <p:nvPicPr>
          <p:cNvPr id="5" name="コンテンツ プレースホルダー 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2B998746-ED19-6001-CCCE-40F4664DC7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164" y="1290313"/>
            <a:ext cx="10847942" cy="4960191"/>
          </a:xfrm>
        </p:spPr>
      </p:pic>
    </p:spTree>
    <p:extLst>
      <p:ext uri="{BB962C8B-B14F-4D97-AF65-F5344CB8AC3E}">
        <p14:creationId xmlns:p14="http://schemas.microsoft.com/office/powerpoint/2010/main" val="3014836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5FBD70-4DD1-8416-3C9C-751A504C1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E38310CF-AEF9-607A-30CB-43DFF90F2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0897" y="715282"/>
            <a:ext cx="3460033" cy="435133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4EE3944-A78F-624F-00F8-1A82FDFA8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594" y="1873500"/>
            <a:ext cx="4001375" cy="2208644"/>
          </a:xfrm>
          <a:prstGeom prst="rect">
            <a:avLst/>
          </a:prstGeom>
        </p:spPr>
      </p:pic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69C8C2D-078F-A548-0B02-2D12B20F5937}"/>
              </a:ext>
            </a:extLst>
          </p:cNvPr>
          <p:cNvCxnSpPr/>
          <p:nvPr/>
        </p:nvCxnSpPr>
        <p:spPr>
          <a:xfrm>
            <a:off x="5704114" y="261257"/>
            <a:ext cx="0" cy="591094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矢印: 下 9">
            <a:extLst>
              <a:ext uri="{FF2B5EF4-FFF2-40B4-BE49-F238E27FC236}">
                <a16:creationId xmlns:a16="http://schemas.microsoft.com/office/drawing/2014/main" id="{10D622E8-05CB-07A4-DD31-F1C59720C2D9}"/>
              </a:ext>
            </a:extLst>
          </p:cNvPr>
          <p:cNvSpPr/>
          <p:nvPr/>
        </p:nvSpPr>
        <p:spPr>
          <a:xfrm>
            <a:off x="2503714" y="5431971"/>
            <a:ext cx="576940" cy="740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矢印: 下 10">
            <a:extLst>
              <a:ext uri="{FF2B5EF4-FFF2-40B4-BE49-F238E27FC236}">
                <a16:creationId xmlns:a16="http://schemas.microsoft.com/office/drawing/2014/main" id="{99940BAB-F27F-64FC-1AC0-27E7730BC792}"/>
              </a:ext>
            </a:extLst>
          </p:cNvPr>
          <p:cNvSpPr/>
          <p:nvPr/>
        </p:nvSpPr>
        <p:spPr>
          <a:xfrm>
            <a:off x="8039105" y="566057"/>
            <a:ext cx="576940" cy="74022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2057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5F1C79-CD23-804E-9125-4A85501B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2F3BDEBB-E54C-F0F0-82DE-D5FB8C5EF4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69" y="810864"/>
            <a:ext cx="10109061" cy="4351338"/>
          </a:xfrm>
        </p:spPr>
      </p:pic>
    </p:spTree>
    <p:extLst>
      <p:ext uri="{BB962C8B-B14F-4D97-AF65-F5344CB8AC3E}">
        <p14:creationId xmlns:p14="http://schemas.microsoft.com/office/powerpoint/2010/main" val="31225889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ED8DF3-F6E6-CAB7-CCDC-CC801AB02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ィカル ユーザー インターフェイス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BEBF60FE-4D69-DBE4-E90D-2A4ED1315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4330" y="943881"/>
            <a:ext cx="6186000" cy="4814661"/>
          </a:xfrm>
        </p:spPr>
      </p:pic>
    </p:spTree>
    <p:extLst>
      <p:ext uri="{BB962C8B-B14F-4D97-AF65-F5344CB8AC3E}">
        <p14:creationId xmlns:p14="http://schemas.microsoft.com/office/powerpoint/2010/main" val="1416138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D4DE30-4763-D8DF-807C-5CB4D8A6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9D3092DA-533A-DDC9-40E8-31D3469CE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05" y="1027906"/>
            <a:ext cx="4123576" cy="5608323"/>
          </a:xfrm>
        </p:spPr>
      </p:pic>
      <p:pic>
        <p:nvPicPr>
          <p:cNvPr id="7" name="図 6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A6DCF707-93A3-D580-6FD7-76B709929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5998" y="1261013"/>
            <a:ext cx="5778797" cy="381654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F669183-C157-0CB5-604D-B6583B60ACC1}"/>
              </a:ext>
            </a:extLst>
          </p:cNvPr>
          <p:cNvSpPr txBox="1"/>
          <p:nvPr/>
        </p:nvSpPr>
        <p:spPr>
          <a:xfrm>
            <a:off x="838200" y="443131"/>
            <a:ext cx="974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dirty="0"/>
              <a:t>Edit</a:t>
            </a:r>
            <a:endParaRPr kumimoji="1" lang="ja-JP" altLang="en-US" sz="3200" b="1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470DEEF-3216-00A8-5F61-4745EC662292}"/>
              </a:ext>
            </a:extLst>
          </p:cNvPr>
          <p:cNvCxnSpPr/>
          <p:nvPr/>
        </p:nvCxnSpPr>
        <p:spPr>
          <a:xfrm>
            <a:off x="5133860" y="550843"/>
            <a:ext cx="0" cy="57287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444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646F79-1CF3-C696-D2CD-FCE5CB2B7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3092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Member Tasks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607D21E-9B33-A7C1-85C2-CDA868F2AF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186645"/>
            <a:ext cx="10937348" cy="4949749"/>
          </a:xfrm>
        </p:spPr>
      </p:pic>
    </p:spTree>
    <p:extLst>
      <p:ext uri="{BB962C8B-B14F-4D97-AF65-F5344CB8AC3E}">
        <p14:creationId xmlns:p14="http://schemas.microsoft.com/office/powerpoint/2010/main" val="3607694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A86C025-6556-CC4B-82A6-100A8057D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0612" y="1718"/>
            <a:ext cx="4995980" cy="4351338"/>
          </a:xfrm>
        </p:spPr>
      </p:pic>
      <p:pic>
        <p:nvPicPr>
          <p:cNvPr id="8" name="図 7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D5055B8-012F-051B-511A-20A1984E3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932" y="4960378"/>
            <a:ext cx="7951340" cy="1745978"/>
          </a:xfrm>
          <a:prstGeom prst="rect">
            <a:avLst/>
          </a:prstGeom>
        </p:spPr>
      </p:pic>
      <p:sp>
        <p:nvSpPr>
          <p:cNvPr id="9" name="矢印: 下 8">
            <a:extLst>
              <a:ext uri="{FF2B5EF4-FFF2-40B4-BE49-F238E27FC236}">
                <a16:creationId xmlns:a16="http://schemas.microsoft.com/office/drawing/2014/main" id="{D13D2E01-6844-42B7-7077-41C3C4CE3F03}"/>
              </a:ext>
            </a:extLst>
          </p:cNvPr>
          <p:cNvSpPr/>
          <p:nvPr/>
        </p:nvSpPr>
        <p:spPr>
          <a:xfrm>
            <a:off x="5034708" y="4230477"/>
            <a:ext cx="539827" cy="98050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E6E49ABC-5766-15B4-2AFE-0A2C5C15D146}"/>
                  </a:ext>
                </a:extLst>
              </p14:cNvPr>
              <p14:cNvContentPartPr/>
              <p14:nvPr/>
            </p14:nvContentPartPr>
            <p14:xfrm>
              <a:off x="3348269" y="6312153"/>
              <a:ext cx="1292040" cy="375840"/>
            </p14:xfrm>
          </p:contentPart>
        </mc:Choice>
        <mc:Fallback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E6E49ABC-5766-15B4-2AFE-0A2C5C15D14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2149" y="6306033"/>
                <a:ext cx="1304280" cy="38808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タイトル 1">
            <a:extLst>
              <a:ext uri="{FF2B5EF4-FFF2-40B4-BE49-F238E27FC236}">
                <a16:creationId xmlns:a16="http://schemas.microsoft.com/office/drawing/2014/main" id="{3C6AF85F-63E6-B1F9-0444-95D14D15B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4535" y="4297596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Leader page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インク 10">
                <a:extLst>
                  <a:ext uri="{FF2B5EF4-FFF2-40B4-BE49-F238E27FC236}">
                    <a16:creationId xmlns:a16="http://schemas.microsoft.com/office/drawing/2014/main" id="{7AF19D31-6CDD-87FD-D9C4-803CEA4A9C01}"/>
                  </a:ext>
                </a:extLst>
              </p14:cNvPr>
              <p14:cNvContentPartPr/>
              <p14:nvPr/>
            </p14:nvContentPartPr>
            <p14:xfrm>
              <a:off x="8768199" y="6213153"/>
              <a:ext cx="740520" cy="530280"/>
            </p14:xfrm>
          </p:contentPart>
        </mc:Choice>
        <mc:Fallback>
          <p:pic>
            <p:nvPicPr>
              <p:cNvPr id="11" name="インク 10">
                <a:extLst>
                  <a:ext uri="{FF2B5EF4-FFF2-40B4-BE49-F238E27FC236}">
                    <a16:creationId xmlns:a16="http://schemas.microsoft.com/office/drawing/2014/main" id="{7AF19D31-6CDD-87FD-D9C4-803CEA4A9C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62079" y="6207033"/>
                <a:ext cx="752760" cy="54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551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17B019-0927-AFAA-5269-356854FD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30A8FAC6-94B4-2D2F-84C4-D4CE68BC1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882" y="365125"/>
            <a:ext cx="3982605" cy="6011480"/>
          </a:xfrm>
        </p:spPr>
      </p:pic>
    </p:spTree>
    <p:extLst>
      <p:ext uri="{BB962C8B-B14F-4D97-AF65-F5344CB8AC3E}">
        <p14:creationId xmlns:p14="http://schemas.microsoft.com/office/powerpoint/2010/main" val="3170229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87AAE-77FD-EB7E-AA09-76E48E1B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1CEBF7-6C3B-21EC-C2D8-551EAD9F2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73A06C-DDD2-E844-D35C-C9206FA8B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87502"/>
            <a:ext cx="10515600" cy="200123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インク 5">
                <a:extLst>
                  <a:ext uri="{FF2B5EF4-FFF2-40B4-BE49-F238E27FC236}">
                    <a16:creationId xmlns:a16="http://schemas.microsoft.com/office/drawing/2014/main" id="{3D5A7F92-CE55-89EC-88EA-C6570C8627F6}"/>
                  </a:ext>
                </a:extLst>
              </p14:cNvPr>
              <p14:cNvContentPartPr/>
              <p14:nvPr/>
            </p14:nvContentPartPr>
            <p14:xfrm>
              <a:off x="3357629" y="4340433"/>
              <a:ext cx="951480" cy="419760"/>
            </p14:xfrm>
          </p:contentPart>
        </mc:Choice>
        <mc:Fallback>
          <p:pic>
            <p:nvPicPr>
              <p:cNvPr id="6" name="インク 5">
                <a:extLst>
                  <a:ext uri="{FF2B5EF4-FFF2-40B4-BE49-F238E27FC236}">
                    <a16:creationId xmlns:a16="http://schemas.microsoft.com/office/drawing/2014/main" id="{3D5A7F92-CE55-89EC-88EA-C6570C8627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51509" y="4334313"/>
                <a:ext cx="963720" cy="43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8953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C7451-D27F-D854-50C1-AE153AA06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7689" y="0"/>
            <a:ext cx="10515600" cy="1325563"/>
          </a:xfrm>
        </p:spPr>
        <p:txBody>
          <a:bodyPr/>
          <a:lstStyle/>
          <a:p>
            <a:r>
              <a:rPr kumimoji="1" lang="en-US" altLang="ja-JP" dirty="0"/>
              <a:t>SQL Data base</a:t>
            </a:r>
            <a:endParaRPr kumimoji="1" lang="ja-JP" altLang="en-US" dirty="0"/>
          </a:p>
        </p:txBody>
      </p:sp>
      <p:pic>
        <p:nvPicPr>
          <p:cNvPr id="5" name="コンテンツ プレースホルダー 4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B172BA36-CE1B-DA22-FBC8-3A890EC899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914399"/>
            <a:ext cx="12165955" cy="5860971"/>
          </a:xfrm>
        </p:spPr>
      </p:pic>
    </p:spTree>
    <p:extLst>
      <p:ext uri="{BB962C8B-B14F-4D97-AF65-F5344CB8AC3E}">
        <p14:creationId xmlns:p14="http://schemas.microsoft.com/office/powerpoint/2010/main" val="1731322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10</Words>
  <Application>Microsoft Office PowerPoint</Application>
  <PresentationFormat>ワイド画面</PresentationFormat>
  <Paragraphs>5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Leader Tasks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Member Tasks</vt:lpstr>
      <vt:lpstr>Leader page</vt:lpstr>
      <vt:lpstr>PowerPoint プレゼンテーション</vt:lpstr>
      <vt:lpstr>PowerPoint プレゼンテーション</vt:lpstr>
      <vt:lpstr>SQL Data base</vt:lpstr>
    </vt:vector>
  </TitlesOfParts>
  <Company>Nissan Motor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GRISHIN, IAROSLAV</dc:creator>
  <cp:lastModifiedBy>GRISHIN, IAROSLAV</cp:lastModifiedBy>
  <cp:revision>8</cp:revision>
  <dcterms:created xsi:type="dcterms:W3CDTF">2026-07-09T03:03:19Z</dcterms:created>
  <dcterms:modified xsi:type="dcterms:W3CDTF">2026-07-09T04:31:27Z</dcterms:modified>
</cp:coreProperties>
</file>